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114E3-230B-4999-874E-7D8DA371BFD0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AFADB-797F-4B00-8360-10DFB8EB9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777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114E3-230B-4999-874E-7D8DA371BFD0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AFADB-797F-4B00-8360-10DFB8EB9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535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114E3-230B-4999-874E-7D8DA371BFD0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AFADB-797F-4B00-8360-10DFB8EB9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97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114E3-230B-4999-874E-7D8DA371BFD0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AFADB-797F-4B00-8360-10DFB8EB9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7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114E3-230B-4999-874E-7D8DA371BFD0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AFADB-797F-4B00-8360-10DFB8EB9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860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114E3-230B-4999-874E-7D8DA371BFD0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AFADB-797F-4B00-8360-10DFB8EB9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451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114E3-230B-4999-874E-7D8DA371BFD0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AFADB-797F-4B00-8360-10DFB8EB9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58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114E3-230B-4999-874E-7D8DA371BFD0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AFADB-797F-4B00-8360-10DFB8EB9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063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114E3-230B-4999-874E-7D8DA371BFD0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AFADB-797F-4B00-8360-10DFB8EB9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822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114E3-230B-4999-874E-7D8DA371BFD0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AFADB-797F-4B00-8360-10DFB8EB9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078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114E3-230B-4999-874E-7D8DA371BFD0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AFADB-797F-4B00-8360-10DFB8EB9482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78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114E3-230B-4999-874E-7D8DA371BFD0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AFADB-797F-4B00-8360-10DFB8EB9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9297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114E3-230B-4999-874E-7D8DA371BFD0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AFADB-797F-4B00-8360-10DFB8EB9482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860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114E3-230B-4999-874E-7D8DA371BFD0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AFADB-797F-4B00-8360-10DFB8EB9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9378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114E3-230B-4999-874E-7D8DA371BFD0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AFADB-797F-4B00-8360-10DFB8EB9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3596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114E3-230B-4999-874E-7D8DA371BFD0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AFADB-797F-4B00-8360-10DFB8EB9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569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114E3-230B-4999-874E-7D8DA371BFD0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95AFADB-797F-4B00-8360-10DFB8EB94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71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aws-codedeploy-us-east-1.s3.amazonaws.com/latest/instal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6BA3C8-E0A1-BABE-65EA-D047DEA84A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689" y="2852941"/>
            <a:ext cx="7766936" cy="1646302"/>
          </a:xfrm>
        </p:spPr>
        <p:txBody>
          <a:bodyPr/>
          <a:lstStyle/>
          <a:p>
            <a:r>
              <a:rPr lang="en-US" sz="2400" b="1" kern="0" dirty="0">
                <a:effectLst/>
                <a:latin typeface="Carlito"/>
                <a:ea typeface="Carlito"/>
                <a:cs typeface="Carlito"/>
              </a:rPr>
              <a:t>CODE DEPLOY AND CODE PIPELINE PROJECT</a:t>
            </a:r>
            <a:br>
              <a:rPr lang="en-IN" sz="2400" b="1" kern="0" dirty="0">
                <a:effectLst/>
                <a:latin typeface="Carlito"/>
                <a:ea typeface="Carlito"/>
                <a:cs typeface="Carlito"/>
              </a:rPr>
            </a:br>
            <a:endParaRPr lang="en-IN" sz="6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FAAB286-4A05-8F67-5407-6126801BC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0948" y="4499243"/>
            <a:ext cx="1664677" cy="254977"/>
          </a:xfrm>
        </p:spPr>
        <p:txBody>
          <a:bodyPr>
            <a:normAutofit fontScale="70000" lnSpcReduction="20000"/>
          </a:bodyPr>
          <a:lstStyle/>
          <a:p>
            <a:r>
              <a:rPr lang="en-IN" dirty="0" err="1"/>
              <a:t>Balashundaram</a:t>
            </a:r>
            <a:r>
              <a:rPr lang="en-IN" dirty="0"/>
              <a:t> A</a:t>
            </a:r>
          </a:p>
        </p:txBody>
      </p:sp>
    </p:spTree>
    <p:extLst>
      <p:ext uri="{BB962C8B-B14F-4D97-AF65-F5344CB8AC3E}">
        <p14:creationId xmlns:p14="http://schemas.microsoft.com/office/powerpoint/2010/main" val="2217999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64650-D59D-39AD-D975-3A6F66BE8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942" y="205155"/>
            <a:ext cx="8596668" cy="6406660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OBJECTIVE: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rlito"/>
              <a:ea typeface="Carlito"/>
              <a:cs typeface="Carli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Complete CI/CD with AWS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CodeCommit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, AWS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CodeBuild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, AWS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CodeDeploy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, and AWS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CodePipeline</a:t>
            </a: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rlito"/>
              <a:ea typeface="Carlito"/>
              <a:cs typeface="Carli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000" b="1" dirty="0">
              <a:solidFill>
                <a:schemeClr val="tx1"/>
              </a:solidFill>
              <a:latin typeface="Carlito"/>
              <a:ea typeface="Carlito"/>
              <a:cs typeface="Carlito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1800" b="1" dirty="0"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Step 1: </a:t>
            </a:r>
            <a:r>
              <a:rPr lang="en-IN" sz="1800" dirty="0"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IAM Roles for EC2-S3-CodeDeploy access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dirty="0">
                <a:solidFill>
                  <a:schemeClr val="tx1"/>
                </a:solidFill>
                <a:latin typeface="Carlito"/>
                <a:ea typeface="Carlito"/>
                <a:cs typeface="Carlito"/>
              </a:rPr>
              <a:t>            </a:t>
            </a:r>
            <a:r>
              <a:rPr lang="en-IN" sz="1800" dirty="0"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 a) S3 full access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altLang="en-US" b="1" dirty="0">
              <a:solidFill>
                <a:schemeClr val="tx1"/>
              </a:solidFill>
              <a:latin typeface="Carlito"/>
              <a:ea typeface="Carlito"/>
              <a:cs typeface="Carlito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solidFill>
                <a:schemeClr val="tx1"/>
              </a:solidFill>
              <a:latin typeface="Carlito"/>
              <a:ea typeface="Carlito"/>
              <a:cs typeface="Carli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rlit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rlito"/>
            </a:endParaRPr>
          </a:p>
          <a:p>
            <a:r>
              <a:rPr lang="en-IN" dirty="0"/>
              <a:t>    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B8C0E3-FFE7-9275-4B8C-CF758AD7B9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29" t="4762" b="22790"/>
          <a:stretch/>
        </p:blipFill>
        <p:spPr bwMode="auto">
          <a:xfrm>
            <a:off x="569519" y="1756251"/>
            <a:ext cx="6162014" cy="21189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48BED969-DFD8-0E8A-A939-B8CFB6EE12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9519" y="4553829"/>
            <a:ext cx="6162014" cy="17449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66799FC-7E25-19CD-F0C1-686F6C6DFC32}"/>
              </a:ext>
            </a:extLst>
          </p:cNvPr>
          <p:cNvSpPr txBox="1"/>
          <p:nvPr/>
        </p:nvSpPr>
        <p:spPr>
          <a:xfrm>
            <a:off x="1037493" y="4029847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effectLst/>
                <a:latin typeface="Carlito"/>
                <a:ea typeface="Carlito"/>
                <a:cs typeface="Carlito"/>
              </a:rPr>
              <a:t>b) Code-Deploy role</a:t>
            </a:r>
            <a:endParaRPr lang="en-IN" sz="1600" dirty="0">
              <a:effectLst/>
              <a:latin typeface="Carlito"/>
              <a:ea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79577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B24DB8-E98B-93EB-A371-3BC3B9DC5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23" y="290147"/>
            <a:ext cx="8834387" cy="6418384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>
                <a:effectLst/>
                <a:latin typeface="Carlito"/>
                <a:ea typeface="Carlito"/>
                <a:cs typeface="Carlito"/>
              </a:rPr>
              <a:t>Step 2:  Server Deployment</a:t>
            </a:r>
          </a:p>
          <a:p>
            <a:pPr marL="0" indent="0">
              <a:buNone/>
            </a:pPr>
            <a:r>
              <a:rPr lang="en-IN" dirty="0">
                <a:latin typeface="Carlito"/>
                <a:ea typeface="Carlito"/>
                <a:cs typeface="Carlito"/>
              </a:rPr>
              <a:t>1) </a:t>
            </a:r>
            <a:r>
              <a:rPr lang="en-IN" sz="1800" dirty="0">
                <a:effectLst/>
                <a:latin typeface="Carlito"/>
                <a:ea typeface="Carlito"/>
                <a:cs typeface="Carlito"/>
              </a:rPr>
              <a:t>Creating an IAM user with full </a:t>
            </a:r>
            <a:r>
              <a:rPr lang="en-IN" sz="1800" b="1" dirty="0">
                <a:effectLst/>
                <a:latin typeface="Carlito"/>
                <a:ea typeface="Carlito"/>
                <a:cs typeface="Carlito"/>
              </a:rPr>
              <a:t>Administrative </a:t>
            </a:r>
            <a:r>
              <a:rPr lang="en-IN" b="1" dirty="0">
                <a:latin typeface="Carlito"/>
                <a:ea typeface="Carlito"/>
                <a:cs typeface="Carlito"/>
              </a:rPr>
              <a:t>access </a:t>
            </a:r>
            <a:r>
              <a:rPr lang="en-IN" dirty="0">
                <a:latin typeface="Carlito"/>
                <a:ea typeface="Carlito"/>
                <a:cs typeface="Carlito"/>
              </a:rPr>
              <a:t>and login.</a:t>
            </a:r>
          </a:p>
          <a:p>
            <a:pPr marL="0" indent="0">
              <a:buNone/>
            </a:pPr>
            <a:r>
              <a:rPr lang="en-IN" dirty="0">
                <a:latin typeface="Carlito"/>
                <a:ea typeface="Carlito"/>
                <a:cs typeface="Carlito"/>
              </a:rPr>
              <a:t>2) </a:t>
            </a:r>
            <a:r>
              <a:rPr lang="en-US" sz="1800" dirty="0">
                <a:effectLst/>
                <a:latin typeface="Carlito"/>
                <a:ea typeface="Carlito"/>
                <a:cs typeface="Carlito"/>
              </a:rPr>
              <a:t>Creating an Amazon Linux EC2 </a:t>
            </a:r>
            <a:r>
              <a:rPr lang="en-US" dirty="0">
                <a:latin typeface="Carlito"/>
                <a:ea typeface="Carlito"/>
                <a:cs typeface="Carlito"/>
              </a:rPr>
              <a:t>server 1</a:t>
            </a:r>
            <a:r>
              <a:rPr lang="en-US" sz="1800" dirty="0">
                <a:effectLst/>
                <a:latin typeface="Carlito"/>
                <a:ea typeface="Carlito"/>
                <a:cs typeface="Carlito"/>
              </a:rPr>
              <a:t> for the developer to create and change the codes.</a:t>
            </a:r>
          </a:p>
          <a:p>
            <a:pPr marL="0" indent="0">
              <a:buNone/>
            </a:pPr>
            <a:r>
              <a:rPr lang="en-US" dirty="0">
                <a:latin typeface="Carlito"/>
                <a:ea typeface="Carlito"/>
                <a:cs typeface="Carlito"/>
              </a:rPr>
              <a:t>3) Creating another Linux server 2 for Code Deploy operations.</a:t>
            </a:r>
          </a:p>
          <a:p>
            <a:pPr marL="0" indent="0">
              <a:buNone/>
            </a:pPr>
            <a:r>
              <a:rPr lang="en-US" sz="1800" b="1" dirty="0">
                <a:effectLst/>
                <a:latin typeface="Carlito"/>
                <a:ea typeface="Carlito"/>
                <a:cs typeface="Carlito"/>
              </a:rPr>
              <a:t> </a:t>
            </a:r>
            <a:endParaRPr lang="en-IN" sz="1800" dirty="0">
              <a:effectLst/>
              <a:latin typeface="Carlito"/>
              <a:ea typeface="Carlito"/>
              <a:cs typeface="Carlito"/>
            </a:endParaRP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16DF48-878A-830C-253D-8369D3FAFE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6528" y="2102704"/>
            <a:ext cx="5809103" cy="18714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8E138D-F453-A3AD-308B-2600D3D9AB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528" y="4276551"/>
            <a:ext cx="5809103" cy="17475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8533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DC9D5-043F-6D87-A853-D4F91F03B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823" y="211015"/>
            <a:ext cx="8843179" cy="636563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In the Server 2, the following commands are executed to install </a:t>
            </a:r>
            <a:r>
              <a:rPr lang="en-IN" dirty="0" err="1"/>
              <a:t>CodeDeploy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effectLst/>
                <a:latin typeface="Carlito"/>
                <a:ea typeface="Carlito"/>
                <a:cs typeface="Carlito"/>
              </a:rPr>
              <a:t>yum install ruby -y 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Carlito"/>
                <a:ea typeface="Carlito"/>
                <a:cs typeface="Carlito"/>
              </a:rPr>
              <a:t>                 -&gt; to install ruby </a:t>
            </a:r>
            <a:endParaRPr lang="en-IN" sz="1800" dirty="0">
              <a:effectLst/>
              <a:latin typeface="Carlito"/>
              <a:ea typeface="Carlito"/>
              <a:cs typeface="Carlito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effectLst/>
                <a:latin typeface="Carlito"/>
                <a:ea typeface="Carlito"/>
                <a:cs typeface="Carlito"/>
              </a:rPr>
              <a:t>yum install </a:t>
            </a:r>
            <a:r>
              <a:rPr lang="en-US" sz="1800" dirty="0" err="1">
                <a:effectLst/>
                <a:latin typeface="Carlito"/>
                <a:ea typeface="Carlito"/>
                <a:cs typeface="Carlito"/>
              </a:rPr>
              <a:t>wget</a:t>
            </a:r>
            <a:r>
              <a:rPr lang="en-US" sz="1800" dirty="0">
                <a:effectLst/>
                <a:latin typeface="Carlito"/>
                <a:ea typeface="Carlito"/>
                <a:cs typeface="Carlito"/>
              </a:rPr>
              <a:t> -y</a:t>
            </a:r>
          </a:p>
          <a:p>
            <a:pPr marL="0" indent="0">
              <a:buNone/>
            </a:pPr>
            <a:r>
              <a:rPr lang="en-US" dirty="0">
                <a:latin typeface="Carlito"/>
                <a:ea typeface="Carlito"/>
                <a:cs typeface="Carlito"/>
              </a:rPr>
              <a:t>                 -&gt; to install the </a:t>
            </a:r>
            <a:r>
              <a:rPr lang="en-US" dirty="0" err="1">
                <a:latin typeface="Carlito"/>
                <a:ea typeface="Carlito"/>
                <a:cs typeface="Carlito"/>
              </a:rPr>
              <a:t>webget</a:t>
            </a:r>
            <a:r>
              <a:rPr lang="en-US" dirty="0">
                <a:latin typeface="Carlito"/>
                <a:ea typeface="Carlito"/>
                <a:cs typeface="Carlito"/>
              </a:rPr>
              <a:t> package</a:t>
            </a:r>
            <a:endParaRPr lang="en-IN" dirty="0">
              <a:latin typeface="Carlito"/>
              <a:ea typeface="Carlito"/>
              <a:cs typeface="Carlito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wget</a:t>
            </a:r>
            <a:r>
              <a:rPr lang="en-US" sz="1800" dirty="0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en-US" sz="1800" dirty="0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https://aws-codedeploy-us-east-1.s3.amazonaws.com/latest/install</a:t>
            </a:r>
            <a:endParaRPr lang="en-US" sz="1800" dirty="0">
              <a:solidFill>
                <a:srgbClr val="0A0A0A"/>
              </a:solidFill>
              <a:effectLst/>
              <a:latin typeface="Carlito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A0A0A"/>
                </a:solidFill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                 -&gt; </a:t>
            </a:r>
            <a:r>
              <a:rPr lang="en-US" dirty="0" err="1">
                <a:solidFill>
                  <a:srgbClr val="0A0A0A"/>
                </a:solidFill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webget</a:t>
            </a:r>
            <a:r>
              <a:rPr lang="en-US" dirty="0">
                <a:solidFill>
                  <a:srgbClr val="0A0A0A"/>
                </a:solidFill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 command is used to download the files directly from the web.</a:t>
            </a:r>
            <a:endParaRPr lang="en-IN" dirty="0">
              <a:latin typeface="Carlito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 err="1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chmod</a:t>
            </a:r>
            <a:r>
              <a:rPr lang="en-US" sz="1800" dirty="0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 +x install</a:t>
            </a:r>
          </a:p>
          <a:p>
            <a:pPr marL="0" indent="0">
              <a:buNone/>
            </a:pPr>
            <a:r>
              <a:rPr lang="en-US" dirty="0">
                <a:solidFill>
                  <a:srgbClr val="0A0A0A"/>
                </a:solidFill>
                <a:latin typeface="Carlito"/>
                <a:ea typeface="Carlito"/>
                <a:cs typeface="Calibri" panose="020F0502020204030204" pitchFamily="34" charset="0"/>
              </a:rPr>
              <a:t>                 -&gt; changing permissions</a:t>
            </a:r>
            <a:endParaRPr lang="en-IN" sz="1800" dirty="0">
              <a:effectLst/>
              <a:latin typeface="Carlito"/>
              <a:ea typeface="Carlito"/>
              <a:cs typeface="Carlito"/>
            </a:endParaRPr>
          </a:p>
          <a:p>
            <a:pPr>
              <a:buFont typeface="Wingdings" panose="05000000000000000000" pitchFamily="2" charset="2"/>
              <a:buChar char="§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./install auto</a:t>
            </a:r>
            <a:endParaRPr lang="en-IN" dirty="0">
              <a:latin typeface="Carlito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§"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800" dirty="0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service </a:t>
            </a:r>
            <a:r>
              <a:rPr lang="en-US" sz="1800" dirty="0" err="1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codedeploy</a:t>
            </a:r>
            <a:r>
              <a:rPr lang="en-US" sz="1800" dirty="0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-agent status</a:t>
            </a:r>
            <a:endParaRPr lang="en-IN" sz="1800" dirty="0">
              <a:effectLst/>
              <a:latin typeface="Carlito"/>
              <a:ea typeface="Carlito"/>
              <a:cs typeface="Carlito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562C84-F10F-387C-4FE8-EE0D23EABF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3858" y="4728746"/>
            <a:ext cx="6540500" cy="1047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1831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665FC-19C4-551C-7F12-98F5B47BE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4638"/>
            <a:ext cx="9768254" cy="6972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effectLst/>
                <a:latin typeface="Carlito"/>
                <a:ea typeface="Carlito"/>
                <a:cs typeface="Carlito"/>
              </a:rPr>
              <a:t>Step 3:  </a:t>
            </a:r>
            <a:r>
              <a:rPr lang="en-IN" dirty="0">
                <a:effectLst/>
                <a:latin typeface="Carlito"/>
                <a:ea typeface="Carlito"/>
                <a:cs typeface="Carlito"/>
              </a:rPr>
              <a:t>Creating the files required for the webpage from Developer machine </a:t>
            </a:r>
          </a:p>
          <a:p>
            <a:pPr>
              <a:buAutoNum type="arabicParenR"/>
            </a:pPr>
            <a:r>
              <a:rPr lang="en-IN" b="1" dirty="0">
                <a:latin typeface="Carlito"/>
                <a:ea typeface="Carlito"/>
                <a:cs typeface="Carlito"/>
              </a:rPr>
              <a:t>Index file </a:t>
            </a:r>
            <a:r>
              <a:rPr lang="en-IN" dirty="0">
                <a:latin typeface="Carlito"/>
                <a:ea typeface="Carlito"/>
                <a:cs typeface="Carlito"/>
              </a:rPr>
              <a:t>- vi index.html</a:t>
            </a:r>
          </a:p>
          <a:p>
            <a:pPr>
              <a:buAutoNum type="arabicParenR"/>
            </a:pPr>
            <a:r>
              <a:rPr lang="en-IN" b="1" dirty="0" err="1">
                <a:latin typeface="Carlito"/>
                <a:ea typeface="Carlito"/>
                <a:cs typeface="Carlito"/>
              </a:rPr>
              <a:t>Yaml</a:t>
            </a:r>
            <a:r>
              <a:rPr lang="en-IN" b="1" dirty="0">
                <a:latin typeface="Carlito"/>
                <a:ea typeface="Carlito"/>
                <a:cs typeface="Carlito"/>
              </a:rPr>
              <a:t> file  </a:t>
            </a:r>
            <a:r>
              <a:rPr lang="en-IN" dirty="0">
                <a:latin typeface="Carlito"/>
                <a:ea typeface="Carlito"/>
                <a:cs typeface="Carlito"/>
              </a:rPr>
              <a:t>- vi </a:t>
            </a:r>
            <a:r>
              <a:rPr lang="en-IN" dirty="0" err="1">
                <a:latin typeface="Carlito"/>
                <a:ea typeface="Carlito"/>
                <a:cs typeface="Carlito"/>
              </a:rPr>
              <a:t>abc.yml</a:t>
            </a:r>
            <a:endParaRPr lang="en-IN" dirty="0">
              <a:latin typeface="Carlito"/>
              <a:ea typeface="Carlito"/>
              <a:cs typeface="Carlito"/>
            </a:endParaRPr>
          </a:p>
          <a:p>
            <a:pPr>
              <a:buAutoNum type="arabicParenR"/>
            </a:pPr>
            <a:endParaRPr lang="en-IN" dirty="0">
              <a:effectLst/>
              <a:latin typeface="Carlito"/>
              <a:ea typeface="Carlito"/>
              <a:cs typeface="Carlito"/>
            </a:endParaRPr>
          </a:p>
          <a:p>
            <a:pPr marL="0" indent="0">
              <a:buNone/>
            </a:pPr>
            <a:r>
              <a:rPr lang="en-IN" dirty="0">
                <a:latin typeface="Carlito"/>
                <a:ea typeface="Carlito"/>
                <a:cs typeface="Carlito"/>
              </a:rPr>
              <a:t>  </a:t>
            </a:r>
          </a:p>
          <a:p>
            <a:pPr marL="0" indent="0">
              <a:buNone/>
            </a:pPr>
            <a:endParaRPr lang="en-IN" dirty="0">
              <a:latin typeface="Carlito"/>
              <a:ea typeface="Carlito"/>
              <a:cs typeface="Carlito"/>
            </a:endParaRPr>
          </a:p>
          <a:p>
            <a:pPr marL="0" indent="0">
              <a:buNone/>
            </a:pPr>
            <a:endParaRPr lang="en-IN" dirty="0">
              <a:latin typeface="Carlito"/>
              <a:ea typeface="Carlito"/>
              <a:cs typeface="Carlito"/>
            </a:endParaRPr>
          </a:p>
          <a:p>
            <a:pPr marL="0" indent="0">
              <a:buNone/>
            </a:pPr>
            <a:endParaRPr lang="en-IN" dirty="0">
              <a:latin typeface="Carlito"/>
              <a:ea typeface="Carlito"/>
              <a:cs typeface="Carlito"/>
            </a:endParaRPr>
          </a:p>
          <a:p>
            <a:pPr marL="0" indent="0">
              <a:buNone/>
            </a:pPr>
            <a:r>
              <a:rPr lang="en-IN" dirty="0">
                <a:latin typeface="Carlito"/>
                <a:ea typeface="Carlito"/>
                <a:cs typeface="Carlito"/>
              </a:rPr>
              <a:t>                                    </a:t>
            </a:r>
          </a:p>
          <a:p>
            <a:pPr marL="0" indent="0">
              <a:buNone/>
            </a:pPr>
            <a:r>
              <a:rPr lang="en-IN" dirty="0">
                <a:latin typeface="Carlito"/>
                <a:ea typeface="Carlito"/>
                <a:cs typeface="Carlito"/>
              </a:rPr>
              <a:t>                This file helps to </a:t>
            </a:r>
            <a:r>
              <a:rPr lang="en-US" dirty="0">
                <a:effectLst/>
                <a:latin typeface="Carlito"/>
                <a:ea typeface="Carlito"/>
                <a:cs typeface="Carlito"/>
              </a:rPr>
              <a:t>deploy the source code into webserver automatically.</a:t>
            </a:r>
            <a:endParaRPr lang="en-IN" dirty="0">
              <a:effectLst/>
              <a:latin typeface="Carlito"/>
              <a:ea typeface="Carlito"/>
              <a:cs typeface="Carlito"/>
            </a:endParaRPr>
          </a:p>
          <a:p>
            <a:pPr>
              <a:buFont typeface="+mj-lt"/>
              <a:buAutoNum type="arabicParenR" startAt="3"/>
            </a:pPr>
            <a:r>
              <a:rPr lang="en-IN" dirty="0">
                <a:effectLst/>
                <a:latin typeface="Carlito"/>
                <a:ea typeface="Carlito"/>
                <a:cs typeface="Carlito"/>
              </a:rPr>
              <a:t>Creating httpd install , start and stop files which is getting called in </a:t>
            </a:r>
            <a:r>
              <a:rPr lang="en-IN" dirty="0" err="1">
                <a:effectLst/>
                <a:latin typeface="Carlito"/>
                <a:ea typeface="Carlito"/>
                <a:cs typeface="Carlito"/>
              </a:rPr>
              <a:t>yaml</a:t>
            </a:r>
            <a:r>
              <a:rPr lang="en-IN" dirty="0">
                <a:effectLst/>
                <a:latin typeface="Carlito"/>
                <a:ea typeface="Carlito"/>
                <a:cs typeface="Carlito"/>
              </a:rPr>
              <a:t> file.</a:t>
            </a:r>
          </a:p>
          <a:p>
            <a:pPr marL="0" indent="0">
              <a:buNone/>
            </a:pPr>
            <a:r>
              <a:rPr lang="en-IN" sz="1400" b="1" dirty="0">
                <a:effectLst/>
                <a:latin typeface="Carlito"/>
                <a:ea typeface="Carlito"/>
                <a:cs typeface="Carlito"/>
              </a:rPr>
              <a:t>               vi httpd_install.sh                                vi httpd_start.sh                                       vi httpd_stop.sh</a:t>
            </a:r>
          </a:p>
          <a:p>
            <a:pPr marL="0" indent="0">
              <a:buNone/>
            </a:pPr>
            <a:r>
              <a:rPr lang="en-IN" sz="1100" b="1" dirty="0">
                <a:latin typeface="Carlito"/>
                <a:ea typeface="Carlito"/>
                <a:cs typeface="Carlito"/>
              </a:rPr>
              <a:t>                        </a:t>
            </a:r>
            <a:r>
              <a:rPr lang="en-US" sz="1100" dirty="0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#!/bin/bash                                                            #!/bin/bash                                                                  #!/bin/bash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rlito"/>
                <a:ea typeface="Carlito"/>
                <a:cs typeface="Calibri" panose="020F0502020204030204" pitchFamily="34" charset="0"/>
              </a:rPr>
              <a:t>                        </a:t>
            </a:r>
            <a:r>
              <a:rPr lang="en-US" sz="1100" dirty="0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yum install -y httpd</a:t>
            </a:r>
            <a:r>
              <a:rPr lang="en-US" sz="1800" dirty="0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                            </a:t>
            </a:r>
            <a:r>
              <a:rPr lang="en-US" sz="1100" dirty="0" err="1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systemctl</a:t>
            </a:r>
            <a:r>
              <a:rPr lang="en-US" sz="1100" dirty="0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 start httpd</a:t>
            </a:r>
            <a:r>
              <a:rPr lang="en-US" sz="1800" dirty="0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                              </a:t>
            </a:r>
            <a:r>
              <a:rPr lang="en-US" sz="1100" dirty="0" err="1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systemctl</a:t>
            </a:r>
            <a:r>
              <a:rPr lang="en-US" sz="1100" dirty="0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 stop httpd</a:t>
            </a:r>
            <a:endParaRPr lang="en-IN" sz="1100" dirty="0">
              <a:solidFill>
                <a:srgbClr val="0A0A0A"/>
              </a:solidFill>
              <a:latin typeface="Carlito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1100" dirty="0">
                <a:solidFill>
                  <a:srgbClr val="0A0A0A"/>
                </a:solidFill>
                <a:effectLst/>
                <a:latin typeface="Carlito"/>
                <a:ea typeface="Carlito"/>
                <a:cs typeface="Calibri" panose="020F0502020204030204" pitchFamily="34" charset="0"/>
              </a:rPr>
              <a:t>                                                                                                        </a:t>
            </a:r>
            <a:r>
              <a:rPr lang="en-US" sz="1100" dirty="0" err="1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systemctl</a:t>
            </a:r>
            <a:r>
              <a:rPr lang="en-US" sz="1100" dirty="0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 enable httpd</a:t>
            </a:r>
            <a:r>
              <a:rPr lang="en-US" sz="1800" dirty="0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                            </a:t>
            </a:r>
            <a:r>
              <a:rPr lang="en-US" sz="1100" dirty="0" err="1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systemctl</a:t>
            </a:r>
            <a:r>
              <a:rPr lang="en-US" sz="1100" dirty="0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 disable httpd</a:t>
            </a:r>
            <a:endParaRPr lang="en-IN" sz="1100" dirty="0">
              <a:effectLst/>
              <a:latin typeface="Carlito"/>
              <a:ea typeface="Carlito"/>
              <a:cs typeface="Carlito"/>
            </a:endParaRPr>
          </a:p>
          <a:p>
            <a:pPr marL="0" indent="0">
              <a:buNone/>
            </a:pPr>
            <a:endParaRPr lang="en-IN" sz="1100" dirty="0">
              <a:effectLst/>
              <a:latin typeface="Carlito"/>
              <a:ea typeface="Carlito"/>
              <a:cs typeface="Carlito"/>
            </a:endParaRPr>
          </a:p>
          <a:p>
            <a:pPr marL="0" indent="0">
              <a:buNone/>
            </a:pPr>
            <a:endParaRPr lang="en-IN" sz="1100" dirty="0">
              <a:effectLst/>
              <a:latin typeface="Carlito"/>
              <a:ea typeface="Carlito"/>
              <a:cs typeface="Carlito"/>
            </a:endParaRPr>
          </a:p>
          <a:p>
            <a:pPr marL="0" indent="0">
              <a:buNone/>
            </a:pPr>
            <a:endParaRPr lang="en-IN" sz="1100" dirty="0">
              <a:effectLst/>
              <a:latin typeface="Carlito"/>
              <a:ea typeface="Carlito"/>
              <a:cs typeface="Carlito"/>
            </a:endParaRPr>
          </a:p>
          <a:p>
            <a:pPr marL="0" indent="0">
              <a:buNone/>
            </a:pPr>
            <a:endParaRPr lang="en-IN" sz="1100" dirty="0">
              <a:effectLst/>
              <a:latin typeface="Carlito"/>
              <a:ea typeface="Carlito"/>
              <a:cs typeface="Carlito"/>
            </a:endParaRPr>
          </a:p>
          <a:p>
            <a:pPr marL="0" indent="0">
              <a:buNone/>
            </a:pPr>
            <a:endParaRPr lang="en-IN" sz="1400" b="1" dirty="0">
              <a:effectLst/>
              <a:latin typeface="Carlito"/>
              <a:ea typeface="Carlito"/>
              <a:cs typeface="Carli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D1D14C-40B3-93D4-1EA2-A936264457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6793" y="1413071"/>
            <a:ext cx="6155690" cy="224452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6167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E91FD-5B54-7AD0-480A-AF021B84A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603" y="416459"/>
            <a:ext cx="11534115" cy="61201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effectLst/>
                <a:latin typeface="Carlito"/>
                <a:ea typeface="Carlito"/>
                <a:cs typeface="Carlito"/>
              </a:rPr>
              <a:t>Step </a:t>
            </a:r>
            <a:r>
              <a:rPr lang="en-IN" b="1" dirty="0">
                <a:latin typeface="Carlito"/>
                <a:ea typeface="Carlito"/>
                <a:cs typeface="Carlito"/>
              </a:rPr>
              <a:t>4</a:t>
            </a:r>
            <a:r>
              <a:rPr lang="en-IN" sz="1800" b="1" dirty="0">
                <a:effectLst/>
                <a:latin typeface="Carlito"/>
                <a:ea typeface="Carlito"/>
                <a:cs typeface="Carlito"/>
              </a:rPr>
              <a:t>: </a:t>
            </a:r>
            <a:r>
              <a:rPr lang="en-IN" sz="1800" dirty="0">
                <a:effectLst/>
                <a:latin typeface="Carlito"/>
                <a:ea typeface="Carlito"/>
                <a:cs typeface="Carlito"/>
              </a:rPr>
              <a:t>Creating </a:t>
            </a:r>
            <a:r>
              <a:rPr lang="en-IN" sz="1800" dirty="0" err="1">
                <a:effectLst/>
                <a:latin typeface="Carlito"/>
                <a:ea typeface="Carlito"/>
                <a:cs typeface="Carlito"/>
              </a:rPr>
              <a:t>Codedeploy</a:t>
            </a:r>
            <a:r>
              <a:rPr lang="en-IN" sz="1800" dirty="0">
                <a:effectLst/>
                <a:latin typeface="Carlito"/>
                <a:ea typeface="Carlito"/>
                <a:cs typeface="Carlito"/>
              </a:rPr>
              <a:t> Application and Pushing the code to S3 bucket from Server 1</a:t>
            </a:r>
          </a:p>
          <a:p>
            <a:pPr marL="0" indent="0">
              <a:buNone/>
            </a:pPr>
            <a:r>
              <a:rPr lang="en-IN" sz="1800" dirty="0">
                <a:effectLst/>
                <a:latin typeface="Carlito"/>
                <a:ea typeface="Carlito"/>
                <a:cs typeface="Carlito"/>
              </a:rPr>
              <a:t>a) Creating a </a:t>
            </a:r>
            <a:r>
              <a:rPr lang="en-IN" dirty="0">
                <a:latin typeface="Carlito"/>
                <a:ea typeface="Carlito"/>
                <a:cs typeface="Carlito"/>
              </a:rPr>
              <a:t>B</a:t>
            </a:r>
            <a:r>
              <a:rPr lang="en-IN" sz="1800" dirty="0">
                <a:effectLst/>
                <a:latin typeface="Carlito"/>
                <a:ea typeface="Carlito"/>
                <a:cs typeface="Carlito"/>
              </a:rPr>
              <a:t>ucket with</a:t>
            </a:r>
            <a:r>
              <a:rPr lang="en-IN" sz="1800" b="1" dirty="0">
                <a:effectLst/>
                <a:latin typeface="Carlito"/>
                <a:ea typeface="Carlito"/>
                <a:cs typeface="Carlito"/>
              </a:rPr>
              <a:t> Public </a:t>
            </a:r>
            <a:r>
              <a:rPr lang="en-IN" sz="1800" dirty="0">
                <a:effectLst/>
                <a:latin typeface="Carlito"/>
                <a:ea typeface="Carlito"/>
                <a:cs typeface="Carlito"/>
              </a:rPr>
              <a:t>policy and </a:t>
            </a:r>
            <a:r>
              <a:rPr lang="en-IN" sz="1800" b="1" dirty="0">
                <a:effectLst/>
                <a:latin typeface="Carlito"/>
                <a:ea typeface="Carlito"/>
                <a:cs typeface="Carlito"/>
              </a:rPr>
              <a:t>Bucket Versioning </a:t>
            </a:r>
            <a:r>
              <a:rPr lang="en-IN" sz="1800" dirty="0">
                <a:effectLst/>
                <a:latin typeface="Carlito"/>
                <a:ea typeface="Carlito"/>
                <a:cs typeface="Carlito"/>
              </a:rPr>
              <a:t>as Enabled.</a:t>
            </a:r>
          </a:p>
          <a:p>
            <a:pPr marL="0" indent="0">
              <a:buNone/>
            </a:pPr>
            <a:r>
              <a:rPr lang="en-IN" sz="1800" dirty="0">
                <a:effectLst/>
                <a:latin typeface="Carlito"/>
                <a:ea typeface="Carlito"/>
                <a:cs typeface="Carlito"/>
              </a:rPr>
              <a:t>b) Creating an application in the code deploy using CLI,</a:t>
            </a:r>
            <a:endParaRPr lang="en-IN" dirty="0">
              <a:latin typeface="Carlito"/>
              <a:ea typeface="Carlito"/>
              <a:cs typeface="Carlito"/>
            </a:endParaRPr>
          </a:p>
          <a:p>
            <a:pPr marL="0" indent="0">
              <a:buNone/>
            </a:pPr>
            <a:r>
              <a:rPr lang="en-IN" sz="1800" dirty="0">
                <a:effectLst/>
                <a:latin typeface="Carlito"/>
                <a:ea typeface="Carlito"/>
                <a:cs typeface="Carlito"/>
              </a:rPr>
              <a:t>            </a:t>
            </a:r>
            <a:r>
              <a:rPr lang="en-IN" sz="1500" i="1" dirty="0">
                <a:effectLst/>
                <a:latin typeface="Carlito"/>
                <a:ea typeface="Carlito"/>
                <a:cs typeface="Carlito"/>
              </a:rPr>
              <a:t>  </a:t>
            </a:r>
            <a:r>
              <a:rPr lang="en-US" sz="1500" i="1" dirty="0" err="1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aws</a:t>
            </a:r>
            <a:r>
              <a:rPr lang="en-US" sz="1500" i="1" dirty="0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 deploy create-application --application-name </a:t>
            </a:r>
            <a:r>
              <a:rPr lang="en-US" sz="1500" i="1" dirty="0" err="1">
                <a:solidFill>
                  <a:srgbClr val="0A0A0A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sampleapp</a:t>
            </a:r>
            <a:endParaRPr lang="en-IN" sz="1500" i="1" dirty="0">
              <a:effectLst/>
              <a:latin typeface="Carlito"/>
              <a:ea typeface="Carlito"/>
              <a:cs typeface="Carlito"/>
            </a:endParaRPr>
          </a:p>
          <a:p>
            <a:pPr marL="0" indent="0">
              <a:buNone/>
            </a:pPr>
            <a:endParaRPr lang="en-IN" sz="1800" dirty="0">
              <a:effectLst/>
              <a:latin typeface="Carlito"/>
              <a:ea typeface="Carlito"/>
              <a:cs typeface="Carlito"/>
            </a:endParaRPr>
          </a:p>
          <a:p>
            <a:pPr marL="0" indent="0">
              <a:buNone/>
            </a:pPr>
            <a:endParaRPr lang="en-IN" dirty="0">
              <a:latin typeface="Carlito"/>
              <a:ea typeface="Carlito"/>
              <a:cs typeface="Carlito"/>
            </a:endParaRPr>
          </a:p>
          <a:p>
            <a:pPr marL="0" indent="0">
              <a:buNone/>
            </a:pPr>
            <a:r>
              <a:rPr lang="en-IN" sz="1800" dirty="0">
                <a:effectLst/>
                <a:latin typeface="Carlito"/>
                <a:ea typeface="Carlito"/>
                <a:cs typeface="Carlito"/>
              </a:rPr>
              <a:t>  </a:t>
            </a:r>
          </a:p>
          <a:p>
            <a:pPr marL="0" indent="0">
              <a:buNone/>
            </a:pPr>
            <a:endParaRPr lang="en-IN" sz="1800" dirty="0">
              <a:effectLst/>
              <a:latin typeface="Carlito"/>
              <a:ea typeface="Carlito"/>
              <a:cs typeface="Carlito"/>
            </a:endParaRPr>
          </a:p>
          <a:p>
            <a:pPr marL="0" indent="0">
              <a:buNone/>
            </a:pPr>
            <a:r>
              <a:rPr lang="en-IN" sz="1800" dirty="0">
                <a:effectLst/>
                <a:latin typeface="Carlito"/>
                <a:ea typeface="Carlito"/>
                <a:cs typeface="Carlito"/>
              </a:rPr>
              <a:t>c) Uploading the code to S3 by executing the command below,</a:t>
            </a:r>
          </a:p>
          <a:p>
            <a:pPr marL="0" indent="0">
              <a:buNone/>
            </a:pPr>
            <a:r>
              <a:rPr lang="en-IN" dirty="0">
                <a:latin typeface="Carlito"/>
                <a:ea typeface="Carlito"/>
                <a:cs typeface="Carlito"/>
              </a:rPr>
              <a:t>        </a:t>
            </a:r>
            <a:r>
              <a:rPr lang="en-IN" sz="1400" i="1" dirty="0">
                <a:latin typeface="Carlito"/>
                <a:ea typeface="Carlito"/>
                <a:cs typeface="Carlito"/>
              </a:rPr>
              <a:t>      </a:t>
            </a:r>
            <a:r>
              <a:rPr lang="en-IN" sz="1400" i="1" dirty="0" err="1">
                <a:effectLst/>
                <a:latin typeface="Carlito"/>
                <a:ea typeface="Carlito"/>
                <a:cs typeface="Carlito"/>
              </a:rPr>
              <a:t>aws</a:t>
            </a:r>
            <a:r>
              <a:rPr lang="en-IN" sz="1400" i="1" dirty="0">
                <a:effectLst/>
                <a:latin typeface="Carlito"/>
                <a:ea typeface="Carlito"/>
                <a:cs typeface="Carlito"/>
              </a:rPr>
              <a:t> deploy push --application-name </a:t>
            </a:r>
            <a:r>
              <a:rPr lang="en-IN" sz="1400" i="1" dirty="0" err="1">
                <a:effectLst/>
                <a:latin typeface="Carlito"/>
                <a:ea typeface="Carlito"/>
                <a:cs typeface="Carlito"/>
              </a:rPr>
              <a:t>sampleapp</a:t>
            </a:r>
            <a:r>
              <a:rPr lang="en-IN" sz="1400" i="1" dirty="0">
                <a:effectLst/>
                <a:latin typeface="Carlito"/>
                <a:ea typeface="Carlito"/>
                <a:cs typeface="Carlito"/>
              </a:rPr>
              <a:t> --s3-location s3://bucname/sampleapp.zip</a:t>
            </a:r>
          </a:p>
          <a:p>
            <a:pPr marL="0" lvl="0" indent="0">
              <a:buNone/>
            </a:pPr>
            <a:r>
              <a:rPr lang="en-IN" dirty="0">
                <a:latin typeface="Carlito"/>
                <a:ea typeface="Carlito"/>
                <a:cs typeface="Carlito"/>
              </a:rPr>
              <a:t>d) </a:t>
            </a:r>
            <a:r>
              <a:rPr lang="en-IN" sz="1800" dirty="0">
                <a:effectLst/>
                <a:latin typeface="Carlito"/>
                <a:ea typeface="Carlito"/>
                <a:cs typeface="Carlito"/>
              </a:rPr>
              <a:t>Now in the s3 bucket sampleapp.zip is present.</a:t>
            </a:r>
            <a:endParaRPr lang="en-IN" dirty="0">
              <a:latin typeface="Carlito"/>
              <a:ea typeface="Carlito"/>
              <a:cs typeface="Carlito"/>
            </a:endParaRPr>
          </a:p>
          <a:p>
            <a:pPr marL="0" lvl="0" indent="0">
              <a:buNone/>
            </a:pPr>
            <a:r>
              <a:rPr lang="en-IN" sz="1800" b="1" dirty="0">
                <a:effectLst/>
                <a:latin typeface="Carlito"/>
                <a:ea typeface="Carlito"/>
                <a:cs typeface="Carlito"/>
              </a:rPr>
              <a:t>Step 5: </a:t>
            </a:r>
            <a:r>
              <a:rPr lang="en-IN" sz="1800" dirty="0">
                <a:effectLst/>
                <a:latin typeface="Carlito"/>
                <a:ea typeface="Carlito"/>
                <a:cs typeface="Carlito"/>
              </a:rPr>
              <a:t>Creating a </a:t>
            </a:r>
            <a:r>
              <a:rPr lang="en-IN" sz="1800" b="1" dirty="0">
                <a:effectLst/>
                <a:latin typeface="Carlito"/>
                <a:ea typeface="Carlito"/>
                <a:cs typeface="Carlito"/>
              </a:rPr>
              <a:t>Deployment Group </a:t>
            </a:r>
            <a:r>
              <a:rPr lang="en-IN" sz="1800" dirty="0">
                <a:effectLst/>
                <a:latin typeface="Carlito"/>
                <a:ea typeface="Carlito"/>
                <a:cs typeface="Carlito"/>
              </a:rPr>
              <a:t>to include Server 2</a:t>
            </a:r>
            <a:r>
              <a:rPr lang="en-IN" dirty="0">
                <a:latin typeface="Carlito"/>
                <a:ea typeface="Carlito"/>
                <a:cs typeface="Carlito"/>
              </a:rPr>
              <a:t> using AWS Management Console.</a:t>
            </a:r>
            <a:r>
              <a:rPr lang="en-US" sz="1800" dirty="0">
                <a:solidFill>
                  <a:srgbClr val="000000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IN" dirty="0">
              <a:latin typeface="Carlito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0" lvl="0" indent="0">
              <a:buNone/>
            </a:pPr>
            <a:r>
              <a:rPr lang="en-IN" b="1" dirty="0">
                <a:solidFill>
                  <a:srgbClr val="000000"/>
                </a:solidFill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Step 6: </a:t>
            </a:r>
            <a:r>
              <a:rPr lang="en-US" sz="1800" dirty="0">
                <a:solidFill>
                  <a:srgbClr val="000000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Creating a</a:t>
            </a:r>
            <a:r>
              <a:rPr lang="en-US" sz="1800" b="1" dirty="0">
                <a:solidFill>
                  <a:srgbClr val="000000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 Deployment </a:t>
            </a:r>
            <a:r>
              <a:rPr lang="en-US" sz="1800" dirty="0">
                <a:solidFill>
                  <a:srgbClr val="000000"/>
                </a:solidFill>
                <a:effectLst/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which pushes code to the Server 2.</a:t>
            </a:r>
          </a:p>
          <a:p>
            <a:pPr marL="0" lvl="0" indent="0">
              <a:buNone/>
            </a:pPr>
            <a:r>
              <a:rPr lang="en-US" b="1" dirty="0">
                <a:solidFill>
                  <a:srgbClr val="000000"/>
                </a:solidFill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Step 7: </a:t>
            </a:r>
            <a:r>
              <a:rPr lang="en-US" dirty="0">
                <a:solidFill>
                  <a:srgbClr val="000000"/>
                </a:solidFill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Creating a </a:t>
            </a:r>
            <a:r>
              <a:rPr lang="en-US" b="1" dirty="0">
                <a:solidFill>
                  <a:srgbClr val="000000"/>
                </a:solidFill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Pipeline</a:t>
            </a:r>
            <a:r>
              <a:rPr lang="en-US" dirty="0">
                <a:solidFill>
                  <a:srgbClr val="000000"/>
                </a:solidFill>
                <a:latin typeface="Carlito"/>
                <a:ea typeface="Times New Roman" panose="02020603050405020304" pitchFamily="18" charset="0"/>
                <a:cs typeface="Calibri" panose="020F0502020204030204" pitchFamily="34" charset="0"/>
              </a:rPr>
              <a:t> enabling automatic deployment the moment when the new version reaches the S3 repository.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FEDFD7-6D79-AB30-BECB-3FF22CF26C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4853" y="2092605"/>
            <a:ext cx="6977218" cy="13363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4165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DD72C-7FF4-8B8D-D26A-571BD4391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818" y="316871"/>
            <a:ext cx="11884182" cy="612284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                                                                    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55FA65-E95A-1FE6-400F-05DF518BEB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3264" y="418284"/>
            <a:ext cx="5712736" cy="20824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50EDCD-F736-556B-0712-0D4787C983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067" r="22783"/>
          <a:stretch/>
        </p:blipFill>
        <p:spPr bwMode="auto">
          <a:xfrm>
            <a:off x="383264" y="2748512"/>
            <a:ext cx="5712736" cy="36912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6E7093-A73F-474B-2017-11B024136242}"/>
              </a:ext>
            </a:extLst>
          </p:cNvPr>
          <p:cNvSpPr txBox="1"/>
          <p:nvPr/>
        </p:nvSpPr>
        <p:spPr>
          <a:xfrm>
            <a:off x="6274052" y="610434"/>
            <a:ext cx="571273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arlito"/>
                <a:ea typeface="Carlito"/>
                <a:cs typeface="Carlito"/>
              </a:rPr>
              <a:t>And DONE! Now whenever the Developer changes the code and pushes it to</a:t>
            </a:r>
            <a:r>
              <a:rPr lang="en-IN" sz="1800" dirty="0">
                <a:effectLst/>
                <a:latin typeface="Carlito"/>
                <a:ea typeface="Carlito"/>
                <a:cs typeface="Carlito"/>
              </a:rPr>
              <a:t> S3 repository the Pipeline recognizes it and triggers services like Code Commit and Code Deploy resulting in changes in the webpage.</a:t>
            </a:r>
          </a:p>
          <a:p>
            <a:endParaRPr lang="en-IN" dirty="0">
              <a:latin typeface="Carlito"/>
            </a:endParaRPr>
          </a:p>
          <a:p>
            <a:endParaRPr lang="en-IN" dirty="0">
              <a:latin typeface="Carlito"/>
            </a:endParaRPr>
          </a:p>
          <a:p>
            <a:endParaRPr lang="en-IN" dirty="0">
              <a:latin typeface="Carlito"/>
            </a:endParaRPr>
          </a:p>
          <a:p>
            <a:endParaRPr lang="en-IN" dirty="0">
              <a:latin typeface="Carlito"/>
            </a:endParaRPr>
          </a:p>
          <a:p>
            <a:endParaRPr lang="en-IN" dirty="0">
              <a:latin typeface="Carlito"/>
            </a:endParaRPr>
          </a:p>
          <a:p>
            <a:endParaRPr lang="en-IN" dirty="0">
              <a:latin typeface="Carlito"/>
            </a:endParaRPr>
          </a:p>
          <a:p>
            <a:endParaRPr lang="en-IN" dirty="0">
              <a:latin typeface="Carlito"/>
            </a:endParaRPr>
          </a:p>
          <a:p>
            <a:r>
              <a:rPr lang="en-IN" dirty="0">
                <a:latin typeface="Carlito"/>
              </a:rPr>
              <a:t>Enabling the SNS Notification service to alert us for the deployment success, fail, start, stop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94549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204</TotalTime>
  <Words>484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Carlito</vt:lpstr>
      <vt:lpstr>Trebuchet MS</vt:lpstr>
      <vt:lpstr>Wingdings</vt:lpstr>
      <vt:lpstr>Wingdings 3</vt:lpstr>
      <vt:lpstr>Facet</vt:lpstr>
      <vt:lpstr>CODE DEPLOY AND CODE PIPELINE PROJECT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DEPLOY AND CODE PIPELINE PROJECT</dc:title>
  <dc:creator>Bala Shundaram</dc:creator>
  <cp:lastModifiedBy>Bala Shundaram</cp:lastModifiedBy>
  <cp:revision>4</cp:revision>
  <dcterms:created xsi:type="dcterms:W3CDTF">2023-06-08T07:12:44Z</dcterms:created>
  <dcterms:modified xsi:type="dcterms:W3CDTF">2023-06-08T18:30:27Z</dcterms:modified>
</cp:coreProperties>
</file>